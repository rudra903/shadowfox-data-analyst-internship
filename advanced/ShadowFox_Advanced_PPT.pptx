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Attrition % by overtime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overtime</c:v>
                  </c:pt>
                  <c:pt idx="1">
                    <c:v>Overtime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</c:v>
                </c:pt>
                <c:pt idx="1">
                  <c:v>26.6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Attrition % by monthly income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Under 3K</c:v>
                  </c:pt>
                  <c:pt idx="1">
                    <c:v>3K-6K</c:v>
                  </c:pt>
                  <c:pt idx="2">
                    <c:v>6K-10K</c:v>
                  </c:pt>
                  <c:pt idx="3">
                    <c:v>10K+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25.3</c:v>
                </c:pt>
                <c:pt idx="1">
                  <c:v>20.2</c:v>
                </c:pt>
                <c:pt idx="2">
                  <c:v>13</c:v>
                </c:pt>
                <c:pt idx="3">
                  <c:v>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Attrition %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Sales</c:v>
                  </c:pt>
                  <c:pt idx="1">
                    <c:v>R&amp;D</c:v>
                  </c:pt>
                  <c:pt idx="2">
                    <c:v>HR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20.4</c:v>
                </c:pt>
                <c:pt idx="1">
                  <c:v>14.9</c:v>
                </c:pt>
                <c:pt idx="2">
                  <c:v>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Attrition % by age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Under 30</c:v>
                  </c:pt>
                  <c:pt idx="1">
                    <c:v>30-39</c:v>
                  </c:pt>
                  <c:pt idx="2">
                    <c:v>40-49</c:v>
                  </c:pt>
                  <c:pt idx="3">
                    <c:v>50+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27.4</c:v>
                </c:pt>
                <c:pt idx="1">
                  <c:v>15.6</c:v>
                </c:pt>
                <c:pt idx="2">
                  <c:v>11.4</c:v>
                </c:pt>
                <c:pt idx="3">
                  <c:v>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Attrition Executive Dashboard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Virtual Internship | Data Analyst | Advanced Level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Rudra Kumar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SF-PID-2026-W6251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Amrita Vishwa Vidyapeetham, Nagercoil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Dataset, Cleaning and Transformation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HR analytics sample with the IBM HR Analytics columns (1,470 employees, 35 columns). It is practice data, not real company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nulls and duplicates in Power Query. None found.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3 constant columns: EmployeeCount, Over18, StandardHours.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AttritionFlag, AgeBand, IncomeBand and TenureBand.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13 DAX measures, such as Attrition Rate and Gap vs Overall.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and Dashboard Design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325880" cy="105156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143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051560"/>
            <a:ext cx="1325880" cy="105156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83080" y="1143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1325880" cy="105156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0" y="1143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1325880" cy="105156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1143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7,071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Income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1325880" cy="105156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35040" y="1143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 yrs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Tenure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1051560"/>
            <a:ext cx="1325880" cy="105156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1143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 / 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Satisfaction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37744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1, Executive Overview: KPI cards, slicers, department and age charts.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2, Attrition Drivers: overtime, travel, income, tenure, satisfaction matrix.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3, Employee Details: drill-through table.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Interactivity: slicers (Department, Gender, Job Role, Age Band, Overtime), drill-down and drill-through.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Drivers: Overtime, Income and Role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2743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00400" y="1005840"/>
          <a:ext cx="2834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Overtime: 26.6% vs 12.2%.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under 3K: 25.3%. Income 10K+: 4.2%.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Representative: 32.2%.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Manager: 3.4%.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by Department and Age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2926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383280" y="1005840"/>
          <a:ext cx="2743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309360" y="118872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is highest at 20.4%.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30 is 27.4%.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50+ is 10.0%.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travel: 23.6%. Rare travel: 14.9%.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Conclusion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overtime: set limits and add staff in high-overtime teams.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pay for the Under 3K and 3K-6K bands.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early-career and Sales staff clear growth paths and mentoring.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frequent travel where it is not needed.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attrition monthly with this dashboard and act on the top segments.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Learning: KPI design, DAX measures, interactive filters and storytelling.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ShadowFox Advanced Level - HR Attrition Dashboard</dc:title>
  <dc:subject>PptxGenJS Presentation</dc:subject>
  <dc:creator>PptxGenJS</dc:creator>
  <cp:lastModifiedBy>PptxGenJS</cp:lastModifiedBy>
  <cp:revision>1</cp:revision>
  <dcterms:created xsi:type="dcterms:W3CDTF">2026-10-02T06:44:15Z</dcterms:created>
  <dcterms:modified xsi:type="dcterms:W3CDTF">2026-10-02T06:44:15Z</dcterms:modified>
</cp:coreProperties>
</file>
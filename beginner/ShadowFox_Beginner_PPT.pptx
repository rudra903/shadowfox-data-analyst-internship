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Revenue (INR thousand)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(INR thousand)</c:v>
                </c:pt>
              </c:strCache>
            </c:strRef>
          </c:tx>
          <c:spPr>
            <a:solidFill>
              <a:srgbClr val="1F3864"/>
            </a:solidFill>
            <a:ln w="3810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312</c:v>
                </c:pt>
                <c:pt idx="1">
                  <c:v>262</c:v>
                </c:pt>
                <c:pt idx="2">
                  <c:v>296</c:v>
                </c:pt>
                <c:pt idx="3">
                  <c:v>350</c:v>
                </c:pt>
                <c:pt idx="4">
                  <c:v>286</c:v>
                </c:pt>
                <c:pt idx="5">
                  <c:v>366</c:v>
                </c:pt>
                <c:pt idx="6">
                  <c:v>372</c:v>
                </c:pt>
                <c:pt idx="7">
                  <c:v>417</c:v>
                </c:pt>
                <c:pt idx="8">
                  <c:v>361</c:v>
                </c:pt>
                <c:pt idx="9">
                  <c:v>422</c:v>
                </c:pt>
                <c:pt idx="10">
                  <c:v>530</c:v>
                </c:pt>
                <c:pt idx="11">
                  <c:v>486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Sales Performance Dashboard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Virtual Internship | Data Analyst | Beginner Level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Rudra Kumar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SF-PID-2026-W6251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Amrita Vishwa Vidyapeetham, Nagercoil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turn raw sales data into a clear spreadsheet dashboard.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sample retail dataset, 12 months of 2025, 12 products, 3 categories, 4 regions.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Microsoft Excel (SUMIFS, COUNTIFS, INDEX-MATCH, charts).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cleaned data, summary tables, KPI dashboard, insights.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 dataset is a practice sample, not real company data.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data: 707 rows. Clean data: 684 rows.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15 duplicate rows.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spaces and letter case in Region (12 cells).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9 missing Regions as "Unspecified" and kept the rows.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8 rows with missing Qty, since revenue could not be found.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formulas: Revenue = Qty x Price x (1 - Discount). Profit = Revenue - cost.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44.6 lakh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14.7 lakh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0604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32.9%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60604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154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2926080"/>
            <a:ext cx="260604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46120" y="3154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 6,522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2926080"/>
            <a:ext cx="2606040" cy="1463040"/>
          </a:xfrm>
          <a:prstGeom prst="rect">
            <a:avLst/>
          </a:prstGeom>
          <a:solidFill>
            <a:srgbClr val="DDEB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0" y="3154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2,396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794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Trend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852160" y="118872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month: November, INR 5.30 lakh.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Weakest month: February, INR 2.62 lakh.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to December give 32.3% of yearly revenue.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grow through the year with a Q4 peak.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Category, Region and Product Findings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Furniture: 55.6% of revenue, 30.4% margin.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Stationery: 14.8% of revenue, best margin at 49.2%.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Electronics: 29.6% of revenue, 29.3% margin.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is the top region with 35.5% of revenue.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product: Study Desk, INR 10.7 lakh.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margin: Smart Watch at 24.0%.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Conclusion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ShadowFox Data Analyst Internship | Rudra Kumar | SF-PID-2026-W6251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stock and campaigns before October.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 offer in February to lift the low month.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Smart Watch pricing or cost.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Stationery with Furniture orders to raise profit.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why East and West trail South.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Learning: cleaning, formulas, charts and writing clear insights.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ShadowFox Beginner Level - Sales Dashboard</dc:title>
  <dc:subject>PptxGenJS Presentation</dc:subject>
  <dc:creator>PptxGenJS</dc:creator>
  <cp:lastModifiedBy>PptxGenJS</cp:lastModifiedBy>
  <cp:revision>1</cp:revision>
  <dcterms:created xsi:type="dcterms:W3CDTF">2026-10-02T05:20:54Z</dcterms:created>
  <dcterms:modified xsi:type="dcterms:W3CDTF">2026-10-02T05:20:54Z</dcterms:modified>
</cp:coreProperties>
</file>
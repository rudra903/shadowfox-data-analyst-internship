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Customers by number of orders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 order</c:v>
                  </c:pt>
                  <c:pt idx="1">
                    <c:v>2 orders</c:v>
                  </c:pt>
                  <c:pt idx="2">
                    <c:v>3 orders</c:v>
                  </c:pt>
                  <c:pt idx="3">
                    <c:v>4-5 orders</c:v>
                  </c:pt>
                  <c:pt idx="4">
                    <c:v>6+ orders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334</c:v>
                </c:pt>
                <c:pt idx="1">
                  <c:v>169</c:v>
                </c:pt>
                <c:pt idx="2">
                  <c:v>109</c:v>
                </c:pt>
                <c:pt idx="3">
                  <c:v>114</c:v>
                </c:pt>
                <c:pt idx="4">
                  <c:v>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Share of revenue by customer decile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%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42.4</c:v>
                </c:pt>
                <c:pt idx="1">
                  <c:v>19.8</c:v>
                </c:pt>
                <c:pt idx="2">
                  <c:v>12.7</c:v>
                </c:pt>
                <c:pt idx="3">
                  <c:v>8.8</c:v>
                </c:pt>
                <c:pt idx="4">
                  <c:v>6.1</c:v>
                </c:pt>
                <c:pt idx="5">
                  <c:v>3.9</c:v>
                </c:pt>
                <c:pt idx="6">
                  <c:v>2.7</c:v>
                </c:pt>
                <c:pt idx="7">
                  <c:v>1.7</c:v>
                </c:pt>
                <c:pt idx="8">
                  <c:v>1.1</c:v>
                </c:pt>
                <c:pt idx="9">
                  <c:v>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Monthly revenue (INR thousand)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3864"/>
            </a:solidFill>
            <a:ln w="38100" cap="flat">
              <a:solidFill>
                <a:srgbClr val="1F386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3864"/>
              </a:solidFill>
              <a:ln w="9525" cap="flat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1484</c:v>
                </c:pt>
                <c:pt idx="1">
                  <c:v>1500</c:v>
                </c:pt>
                <c:pt idx="2">
                  <c:v>1587</c:v>
                </c:pt>
                <c:pt idx="3">
                  <c:v>1742</c:v>
                </c:pt>
                <c:pt idx="4">
                  <c:v>2010</c:v>
                </c:pt>
                <c:pt idx="5">
                  <c:v>1484</c:v>
                </c:pt>
                <c:pt idx="6">
                  <c:v>1237</c:v>
                </c:pt>
                <c:pt idx="7">
                  <c:v>1856</c:v>
                </c:pt>
                <c:pt idx="8">
                  <c:v>1775</c:v>
                </c:pt>
                <c:pt idx="9">
                  <c:v>1725</c:v>
                </c:pt>
                <c:pt idx="10">
                  <c:v>2074</c:v>
                </c:pt>
                <c:pt idx="11">
                  <c:v>2097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and Revenue Analysis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ShadowFox Virtual Internship | Data Analyst | Intermediate Level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Rudra Kumar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SF-PID-2026-W6251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Amrita Vishwa Vidyapeetham, Nagercoil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and Data Preparation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ShadowFox Data Analyst Internship | Rudra Kumar | SF-PID-2026-W6251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retail dataset for 2025 (practice data, not real company data).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rows: 2132. Clean rows: 2085. Customers: 799.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20 duplicates, 15 rows with no CustomerID, 12 rows with no Qty.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Region text in 26 cells. Labelled 10 missing Regions "Unspecified".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Revenue and Profit formulas. Built a Customers sheet with one row per customer.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Microsoft Excel (SUMIFS, COUNTIFS, INDEX-MATCH, charts).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ShadowFox Data Analyst Internship | Rudra Kumar | SF-PID-2026-W6251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1463040"/>
          </a:xfrm>
          <a:prstGeom prst="rect">
            <a:avLst/>
          </a:prstGeom>
          <a:solidFill>
            <a:srgbClr val="DDEB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4173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 205.7 lakh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965960" cy="1463040"/>
          </a:xfrm>
          <a:prstGeom prst="rect">
            <a:avLst/>
          </a:prstGeom>
          <a:solidFill>
            <a:srgbClr val="DDEB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60320" y="14173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 62.5 lakh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057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1965960" cy="1463040"/>
          </a:xfrm>
          <a:prstGeom prst="rect">
            <a:avLst/>
          </a:prstGeom>
          <a:solidFill>
            <a:srgbClr val="DDEB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14173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30.4%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057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1188720"/>
            <a:ext cx="1965960" cy="1463040"/>
          </a:xfrm>
          <a:prstGeom prst="rect">
            <a:avLst/>
          </a:prstGeom>
          <a:solidFill>
            <a:srgbClr val="DDEB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0" y="14173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2085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057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1965960" cy="1463040"/>
          </a:xfrm>
          <a:prstGeom prst="rect">
            <a:avLst/>
          </a:prstGeom>
          <a:solidFill>
            <a:srgbClr val="DDEB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3154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799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794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60320" y="2926080"/>
            <a:ext cx="1965960" cy="1463040"/>
          </a:xfrm>
          <a:prstGeom prst="rect">
            <a:avLst/>
          </a:prstGeom>
          <a:solidFill>
            <a:srgbClr val="DDEB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560320" y="3154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58.2%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3794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Rate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2926080"/>
            <a:ext cx="1965960" cy="1463040"/>
          </a:xfrm>
          <a:prstGeom prst="rect">
            <a:avLst/>
          </a:prstGeom>
          <a:solidFill>
            <a:srgbClr val="DDEB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63440" y="3154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42.4%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3794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Share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66560" y="2926080"/>
            <a:ext cx="1965960" cy="1463040"/>
          </a:xfrm>
          <a:prstGeom prst="rect">
            <a:avLst/>
          </a:prstGeom>
          <a:solidFill>
            <a:srgbClr val="DDEB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66560" y="3154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 9,867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3794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 Value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Purchase Behaviour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ShadowFox Data Analyst Internship | Rudra Kumar | SF-PID-2026-W6251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0" y="118872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58.2% of customers ordered more than once.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customers bring 88.3% of revenue.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41.8% ordered once and bring only 11.7% of revenue.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Concentration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ShadowFox Data Analyst Internship | Rudra Kumar | SF-PID-2026-W6251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0" y="118872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of customers give 42.4% of revenue.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20% give 62.3%.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50% give only 10.2%.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 = top 10% of customers.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Segments and Seasonality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ShadowFox Data Analyst Internship | Rudra Kumar | SF-PID-2026-W6251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0" y="118872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Corporate: 99 customers, INR 0.87 lakh each.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Business: INR 0.25 lakh each.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Consumer: INR 0.14 lakh each.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month: Dec. Weakest: Jul.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to Dec give 28.7% of revenue.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Conclusion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ShadowFox Data Analyst Internship | Rudra Kumar | SF-PID-2026-W6251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top 10% of customers with account managers and early offers.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 second-purchase offer to one-time customers.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Corporate sales with bulk-order pricing.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stock for November and December. Run an offer in July.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Stationery (best margin) with larger orders.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Learning: customer analysis, concentration, seasonality and clear reporting.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ShadowFox Intermediate Level - Customer and Revenue Analysis</dc:title>
  <dc:subject>PptxGenJS Presentation</dc:subject>
  <dc:creator>PptxGenJS</dc:creator>
  <cp:lastModifiedBy>PptxGenJS</cp:lastModifiedBy>
  <cp:revision>1</cp:revision>
  <dcterms:created xsi:type="dcterms:W3CDTF">2026-10-02T06:27:24Z</dcterms:created>
  <dcterms:modified xsi:type="dcterms:W3CDTF">2026-10-02T06:27:24Z</dcterms:modified>
</cp:coreProperties>
</file>